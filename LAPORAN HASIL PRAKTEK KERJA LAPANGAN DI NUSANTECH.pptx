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3" r:id="rId1"/>
  </p:sldMasterIdLst>
  <p:notesMasterIdLst>
    <p:notesMasterId r:id="rId20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6B9AD-85E8-446E-907F-B9E6EE00DA70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976C4-02DE-48E0-B6B0-18D3C5590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68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976C4-02DE-48E0-B6B0-18D3C559092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15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46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1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876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867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86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53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943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090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66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73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2997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441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9473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53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74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402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8916B-F1FC-452A-BD32-36A07DF8B411}" type="datetimeFigureOut">
              <a:rPr lang="en-US" smtClean="0"/>
              <a:t>4/12/2022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524FF5F-0129-4305-B24B-EBBCF8BD9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92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ndungkab.go.id/uploads/20180724084733-struktur-organisasi-dlh.pdf" TargetMode="External"/><Relationship Id="rId7" Type="http://schemas.openxmlformats.org/officeDocument/2006/relationships/hyperlink" Target="https://www.tokopedia.com/gudangkantor/brother-m2000tr-mesin-ketiktik-manual-13-inc-japan-made-product" TargetMode="External"/><Relationship Id="rId2" Type="http://schemas.openxmlformats.org/officeDocument/2006/relationships/hyperlink" Target="https://www.bandungkab.go.id/arsip/profil-dinas-lingkungan-hidu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dlh.bandungkab.go.id/upt" TargetMode="External"/><Relationship Id="rId5" Type="http://schemas.openxmlformats.org/officeDocument/2006/relationships/hyperlink" Target="https://www.bandungkab.go.id/uploads/20180724085917-tupoksi-dlh.pdf" TargetMode="External"/><Relationship Id="rId4" Type="http://schemas.openxmlformats.org/officeDocument/2006/relationships/hyperlink" Target="https://www.bandungkab.go.id/uploads/20180724082023-visi-misi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21085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>
                <a:latin typeface="Arial Black" panose="020B0A04020102020204" pitchFamily="34" charset="0"/>
              </a:rPr>
              <a:t>Latar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Belakang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Praktek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Kerja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Lapangan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29984"/>
            <a:ext cx="8202691" cy="38691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smtClean="0"/>
              <a:t>	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Praktek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(PKL)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bentuk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penyelenggaraan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pendidikan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keahlian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memadukan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sistematika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sinkron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pendidikan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pengusaha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keahlian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diproleh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bekerja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duniakerja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terarah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terprogram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mencapai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keahlian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profesional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Smk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Yadika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Soreang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suatu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Lembaga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Pendidikan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Kejuruan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menghasilkan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terampil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bidang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pengusahaan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Manajemen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tangguh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berdedikasi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tinggi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mampu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berinteraksi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9595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latin typeface="Arial Black" panose="020B0A04020102020204" pitchFamily="34" charset="0"/>
              </a:rPr>
              <a:t>Profil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Industri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x-non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Nama </a:t>
            </a:r>
            <a:r>
              <a:rPr lang="x-non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x-non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Nusantech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PT.Solusi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Teknologi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Nusantara</a:t>
            </a:r>
          </a:p>
          <a:p>
            <a:r>
              <a:rPr lang="x-non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Jenis </a:t>
            </a:r>
            <a:r>
              <a:rPr lang="x-non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perusahaan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x-non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PT (Perseroan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Terbatas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Kepala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Instansi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Asep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Kusumah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S.SOS..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M.Si</a:t>
            </a:r>
            <a:endParaRPr lang="x-none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x-non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Alamat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x-none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Ruko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Aldiron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Hero Bhakti JL.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Mogot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Blok D No.8A, RT. 006, RW. 005,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Jeruk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Kota Jakarta Barat, DKI Jakarta.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11510</a:t>
            </a:r>
          </a:p>
          <a:p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Telepon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x-none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081214136860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495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49" y="133611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>
                <a:latin typeface="Arial Black" panose="020B0A04020102020204" pitchFamily="34" charset="0"/>
              </a:rPr>
              <a:t>Sejarah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Singkat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Berdirinya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Industri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341677"/>
            <a:ext cx="8892552" cy="4708394"/>
          </a:xfrm>
        </p:spPr>
        <p:txBody>
          <a:bodyPr>
            <a:noAutofit/>
          </a:bodyPr>
          <a:lstStyle/>
          <a:p>
            <a:r>
              <a:rPr lang="en-US" b="1" dirty="0" err="1" smtClean="0"/>
              <a:t>Pada</a:t>
            </a:r>
            <a:r>
              <a:rPr lang="en-US" b="1" dirty="0" smtClean="0"/>
              <a:t> </a:t>
            </a:r>
            <a:r>
              <a:rPr lang="en-US" b="1" dirty="0" err="1"/>
              <a:t>tahun</a:t>
            </a:r>
            <a:r>
              <a:rPr lang="en-US" b="1" dirty="0"/>
              <a:t> 1995 </a:t>
            </a:r>
            <a:r>
              <a:rPr lang="en-US" b="1" dirty="0" err="1"/>
              <a:t>Bagian</a:t>
            </a:r>
            <a:r>
              <a:rPr lang="en-US" b="1" dirty="0"/>
              <a:t> </a:t>
            </a:r>
            <a:r>
              <a:rPr lang="en-US" b="1" dirty="0" err="1"/>
              <a:t>Lingkungan</a:t>
            </a:r>
            <a:r>
              <a:rPr lang="en-US" b="1" dirty="0"/>
              <a:t> </a:t>
            </a:r>
            <a:r>
              <a:rPr lang="en-US" b="1" dirty="0" err="1"/>
              <a:t>Hidup</a:t>
            </a:r>
            <a:r>
              <a:rPr lang="en-US" b="1" dirty="0"/>
              <a:t> </a:t>
            </a:r>
            <a:r>
              <a:rPr lang="en-US" b="1" dirty="0" err="1"/>
              <a:t>diubah</a:t>
            </a:r>
            <a:r>
              <a:rPr lang="en-US" b="1" dirty="0"/>
              <a:t> </a:t>
            </a:r>
            <a:r>
              <a:rPr lang="en-US" b="1" dirty="0" err="1"/>
              <a:t>menjadi</a:t>
            </a:r>
            <a:r>
              <a:rPr lang="en-US" b="1" dirty="0"/>
              <a:t> </a:t>
            </a:r>
            <a:r>
              <a:rPr lang="en-US" b="1" dirty="0" err="1"/>
              <a:t>Badan</a:t>
            </a:r>
            <a:r>
              <a:rPr lang="en-US" b="1" dirty="0"/>
              <a:t> </a:t>
            </a:r>
            <a:r>
              <a:rPr lang="en-US" b="1" dirty="0" err="1"/>
              <a:t>Pengendalian</a:t>
            </a:r>
            <a:r>
              <a:rPr lang="en-US" b="1" dirty="0"/>
              <a:t> </a:t>
            </a:r>
            <a:r>
              <a:rPr lang="en-US" b="1" dirty="0" err="1"/>
              <a:t>Lingkungan</a:t>
            </a:r>
            <a:r>
              <a:rPr lang="en-US" b="1" dirty="0"/>
              <a:t> </a:t>
            </a:r>
            <a:r>
              <a:rPr lang="en-US" b="1" dirty="0" err="1"/>
              <a:t>Hidup</a:t>
            </a:r>
            <a:r>
              <a:rPr lang="en-US" b="1" dirty="0"/>
              <a:t> Daerah (</a:t>
            </a:r>
            <a:r>
              <a:rPr lang="en-US" b="1" dirty="0" err="1"/>
              <a:t>Bapedalda</a:t>
            </a:r>
            <a:r>
              <a:rPr lang="en-US" b="1" dirty="0"/>
              <a:t>) yang </a:t>
            </a:r>
            <a:r>
              <a:rPr lang="en-US" b="1" dirty="0" err="1"/>
              <a:t>dikepalai</a:t>
            </a:r>
            <a:r>
              <a:rPr lang="en-US" b="1" dirty="0"/>
              <a:t> </a:t>
            </a:r>
            <a:r>
              <a:rPr lang="en-US" b="1" dirty="0" err="1"/>
              <a:t>oleh</a:t>
            </a:r>
            <a:r>
              <a:rPr lang="en-US" b="1" dirty="0"/>
              <a:t> Ir. </a:t>
            </a:r>
            <a:r>
              <a:rPr lang="en-US" b="1" dirty="0" err="1" smtClean="0"/>
              <a:t>Mulyaningrum</a:t>
            </a:r>
            <a:r>
              <a:rPr lang="en-US" b="1" dirty="0" smtClean="0"/>
              <a:t>.</a:t>
            </a:r>
          </a:p>
          <a:p>
            <a:r>
              <a:rPr lang="en-US" b="1" dirty="0" err="1" smtClean="0"/>
              <a:t>Dengan</a:t>
            </a:r>
            <a:r>
              <a:rPr lang="en-US" b="1" dirty="0" smtClean="0"/>
              <a:t> </a:t>
            </a:r>
            <a:r>
              <a:rPr lang="en-US" b="1" dirty="0" err="1"/>
              <a:t>adanya</a:t>
            </a:r>
            <a:r>
              <a:rPr lang="en-US" b="1" dirty="0"/>
              <a:t> </a:t>
            </a:r>
            <a:r>
              <a:rPr lang="en-US" b="1" dirty="0" err="1"/>
              <a:t>Undang-Undang</a:t>
            </a:r>
            <a:r>
              <a:rPr lang="en-US" b="1" dirty="0"/>
              <a:t> </a:t>
            </a:r>
            <a:r>
              <a:rPr lang="en-US" b="1" dirty="0" err="1"/>
              <a:t>Nomor</a:t>
            </a:r>
            <a:r>
              <a:rPr lang="en-US" b="1" dirty="0"/>
              <a:t> 22 </a:t>
            </a:r>
            <a:r>
              <a:rPr lang="en-US" b="1" dirty="0" err="1"/>
              <a:t>Tahun</a:t>
            </a:r>
            <a:r>
              <a:rPr lang="en-US" b="1" dirty="0"/>
              <a:t> 1999 </a:t>
            </a:r>
            <a:r>
              <a:rPr lang="en-US" b="1" dirty="0" err="1"/>
              <a:t>tentang</a:t>
            </a:r>
            <a:r>
              <a:rPr lang="en-US" b="1" dirty="0"/>
              <a:t> </a:t>
            </a:r>
            <a:r>
              <a:rPr lang="en-US" b="1" dirty="0" err="1"/>
              <a:t>Otonomi</a:t>
            </a:r>
            <a:r>
              <a:rPr lang="en-US" b="1" dirty="0"/>
              <a:t> Daerah </a:t>
            </a:r>
            <a:r>
              <a:rPr lang="en-US" b="1" dirty="0" err="1"/>
              <a:t>pada</a:t>
            </a:r>
            <a:r>
              <a:rPr lang="en-US" b="1" dirty="0"/>
              <a:t> </a:t>
            </a:r>
            <a:r>
              <a:rPr lang="en-US" b="1" dirty="0" err="1"/>
              <a:t>tahun</a:t>
            </a:r>
            <a:r>
              <a:rPr lang="en-US" b="1" dirty="0"/>
              <a:t> </a:t>
            </a:r>
            <a:r>
              <a:rPr lang="en-US" b="1" dirty="0" smtClean="0"/>
              <a:t>2001. </a:t>
            </a:r>
            <a:r>
              <a:rPr lang="en-US" b="1" dirty="0" err="1" smtClean="0"/>
              <a:t>Bapedalda</a:t>
            </a:r>
            <a:r>
              <a:rPr lang="en-US" b="1" dirty="0" smtClean="0"/>
              <a:t> </a:t>
            </a:r>
            <a:r>
              <a:rPr lang="en-US" b="1" dirty="0" err="1"/>
              <a:t>diubah</a:t>
            </a:r>
            <a:r>
              <a:rPr lang="en-US" b="1" dirty="0"/>
              <a:t> </a:t>
            </a:r>
            <a:r>
              <a:rPr lang="en-US" b="1" dirty="0" err="1"/>
              <a:t>menjadi</a:t>
            </a:r>
            <a:r>
              <a:rPr lang="en-US" b="1" dirty="0"/>
              <a:t> </a:t>
            </a:r>
            <a:r>
              <a:rPr lang="en-US" b="1" dirty="0" err="1"/>
              <a:t>Badan</a:t>
            </a:r>
            <a:r>
              <a:rPr lang="en-US" b="1" dirty="0"/>
              <a:t> </a:t>
            </a:r>
            <a:r>
              <a:rPr lang="en-US" b="1" dirty="0" err="1"/>
              <a:t>Pengendalian</a:t>
            </a:r>
            <a:r>
              <a:rPr lang="en-US" b="1" dirty="0"/>
              <a:t> </a:t>
            </a:r>
            <a:r>
              <a:rPr lang="en-US" b="1" dirty="0" err="1"/>
              <a:t>Lingkungan</a:t>
            </a:r>
            <a:r>
              <a:rPr lang="en-US" b="1" dirty="0"/>
              <a:t> </a:t>
            </a:r>
            <a:r>
              <a:rPr lang="en-US" b="1" dirty="0" err="1"/>
              <a:t>Hidup</a:t>
            </a:r>
            <a:r>
              <a:rPr lang="en-US" b="1" dirty="0"/>
              <a:t> (BPLH). </a:t>
            </a:r>
            <a:r>
              <a:rPr lang="en-US" b="1" dirty="0" err="1"/>
              <a:t>Pada</a:t>
            </a:r>
            <a:r>
              <a:rPr lang="en-US" b="1" dirty="0"/>
              <a:t> </a:t>
            </a:r>
            <a:r>
              <a:rPr lang="en-US" b="1" dirty="0" err="1"/>
              <a:t>tahun</a:t>
            </a:r>
            <a:r>
              <a:rPr lang="en-US" b="1" dirty="0"/>
              <a:t> 20022008 BPLH </a:t>
            </a:r>
            <a:r>
              <a:rPr lang="en-US" b="1" dirty="0" err="1"/>
              <a:t>diubah</a:t>
            </a:r>
            <a:r>
              <a:rPr lang="en-US" b="1" dirty="0"/>
              <a:t> </a:t>
            </a:r>
            <a:r>
              <a:rPr lang="en-US" b="1" dirty="0" err="1"/>
              <a:t>berdasarkan</a:t>
            </a:r>
            <a:r>
              <a:rPr lang="en-US" b="1" dirty="0"/>
              <a:t> </a:t>
            </a:r>
            <a:r>
              <a:rPr lang="en-US" b="1" dirty="0" err="1"/>
              <a:t>Perda</a:t>
            </a:r>
            <a:r>
              <a:rPr lang="en-US" b="1" dirty="0"/>
              <a:t> </a:t>
            </a:r>
            <a:r>
              <a:rPr lang="en-US" b="1" dirty="0" err="1"/>
              <a:t>Kabupaten</a:t>
            </a:r>
            <a:r>
              <a:rPr lang="en-US" b="1" dirty="0"/>
              <a:t> Bandung </a:t>
            </a:r>
            <a:r>
              <a:rPr lang="en-US" b="1" dirty="0" err="1"/>
              <a:t>Nomor</a:t>
            </a:r>
            <a:r>
              <a:rPr lang="en-US" b="1" dirty="0"/>
              <a:t> 9 </a:t>
            </a:r>
            <a:r>
              <a:rPr lang="en-US" b="1" dirty="0" err="1"/>
              <a:t>Tahun</a:t>
            </a:r>
            <a:r>
              <a:rPr lang="en-US" b="1" dirty="0"/>
              <a:t> 2002 </a:t>
            </a:r>
            <a:r>
              <a:rPr lang="en-US" b="1" dirty="0" err="1"/>
              <a:t>tentang</a:t>
            </a:r>
            <a:r>
              <a:rPr lang="en-US" b="1" dirty="0"/>
              <a:t> </a:t>
            </a:r>
            <a:r>
              <a:rPr lang="en-US" b="1" dirty="0" err="1"/>
              <a:t>Pembentukan</a:t>
            </a:r>
            <a:r>
              <a:rPr lang="en-US" b="1" dirty="0"/>
              <a:t> </a:t>
            </a:r>
            <a:r>
              <a:rPr lang="en-US" b="1" dirty="0" err="1"/>
              <a:t>Organisasi</a:t>
            </a:r>
            <a:r>
              <a:rPr lang="en-US" b="1" dirty="0"/>
              <a:t> </a:t>
            </a:r>
            <a:r>
              <a:rPr lang="en-US" b="1" dirty="0" err="1"/>
              <a:t>Dinas</a:t>
            </a:r>
            <a:r>
              <a:rPr lang="en-US" b="1" dirty="0"/>
              <a:t> Daerah </a:t>
            </a:r>
            <a:r>
              <a:rPr lang="en-US" b="1" dirty="0" err="1"/>
              <a:t>Kabupaten</a:t>
            </a:r>
            <a:r>
              <a:rPr lang="en-US" b="1" dirty="0"/>
              <a:t> Bandung </a:t>
            </a:r>
            <a:r>
              <a:rPr lang="en-US" b="1" dirty="0" err="1"/>
              <a:t>menjadi</a:t>
            </a:r>
            <a:r>
              <a:rPr lang="en-US" b="1" dirty="0"/>
              <a:t> </a:t>
            </a:r>
            <a:r>
              <a:rPr lang="en-US" b="1" dirty="0" err="1"/>
              <a:t>Dinas</a:t>
            </a:r>
            <a:r>
              <a:rPr lang="en-US" b="1" dirty="0"/>
              <a:t> </a:t>
            </a:r>
            <a:r>
              <a:rPr lang="en-US" b="1" dirty="0" err="1"/>
              <a:t>Lingkungan</a:t>
            </a:r>
            <a:r>
              <a:rPr lang="en-US" b="1" dirty="0"/>
              <a:t> </a:t>
            </a:r>
            <a:r>
              <a:rPr lang="en-US" b="1" dirty="0" err="1"/>
              <a:t>Hidup</a:t>
            </a:r>
            <a:r>
              <a:rPr lang="en-US" b="1" dirty="0"/>
              <a:t> yang </a:t>
            </a:r>
            <a:r>
              <a:rPr lang="en-US" b="1" dirty="0" err="1"/>
              <a:t>mempunyai</a:t>
            </a:r>
            <a:r>
              <a:rPr lang="en-US" b="1" dirty="0"/>
              <a:t> </a:t>
            </a:r>
            <a:r>
              <a:rPr lang="en-US" b="1" dirty="0" err="1"/>
              <a:t>kewenangan</a:t>
            </a:r>
            <a:r>
              <a:rPr lang="en-US" b="1" dirty="0"/>
              <a:t> </a:t>
            </a:r>
            <a:r>
              <a:rPr lang="en-US" b="1" dirty="0" err="1"/>
              <a:t>pengelolaan</a:t>
            </a:r>
            <a:r>
              <a:rPr lang="en-US" b="1" dirty="0"/>
              <a:t> </a:t>
            </a:r>
            <a:r>
              <a:rPr lang="en-US" b="1" dirty="0" err="1"/>
              <a:t>lingkungan</a:t>
            </a:r>
            <a:r>
              <a:rPr lang="en-US" b="1" dirty="0"/>
              <a:t> </a:t>
            </a:r>
            <a:r>
              <a:rPr lang="en-US" b="1" dirty="0" err="1"/>
              <a:t>hidup</a:t>
            </a:r>
            <a:r>
              <a:rPr lang="en-US" b="1" dirty="0"/>
              <a:t>, </a:t>
            </a:r>
            <a:r>
              <a:rPr lang="en-US" b="1" dirty="0" err="1"/>
              <a:t>kehutanan</a:t>
            </a:r>
            <a:r>
              <a:rPr lang="en-US" b="1" dirty="0"/>
              <a:t> </a:t>
            </a:r>
            <a:r>
              <a:rPr lang="en-US" b="1" dirty="0" err="1"/>
              <a:t>serta</a:t>
            </a:r>
            <a:r>
              <a:rPr lang="en-US" b="1" dirty="0"/>
              <a:t> </a:t>
            </a:r>
            <a:r>
              <a:rPr lang="en-US" b="1" dirty="0" err="1"/>
              <a:t>pertambangan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energi</a:t>
            </a:r>
            <a:r>
              <a:rPr lang="en-US" b="1" dirty="0"/>
              <a:t>. </a:t>
            </a:r>
            <a:r>
              <a:rPr lang="en-US" b="1" dirty="0" err="1"/>
              <a:t>Adapun</a:t>
            </a:r>
            <a:r>
              <a:rPr lang="en-US" b="1" dirty="0"/>
              <a:t> </a:t>
            </a:r>
            <a:r>
              <a:rPr lang="en-US" b="1" dirty="0" err="1"/>
              <a:t>pimpinan</a:t>
            </a:r>
            <a:r>
              <a:rPr lang="en-US" b="1" dirty="0"/>
              <a:t> </a:t>
            </a:r>
            <a:r>
              <a:rPr lang="en-US" b="1" dirty="0" err="1"/>
              <a:t>selama</a:t>
            </a:r>
            <a:r>
              <a:rPr lang="en-US" b="1" dirty="0"/>
              <a:t> </a:t>
            </a:r>
            <a:r>
              <a:rPr lang="en-US" b="1" dirty="0" err="1"/>
              <a:t>kurun</a:t>
            </a:r>
            <a:r>
              <a:rPr lang="en-US" b="1" dirty="0"/>
              <a:t> </a:t>
            </a:r>
            <a:r>
              <a:rPr lang="en-US" b="1" dirty="0" err="1"/>
              <a:t>waktu</a:t>
            </a:r>
            <a:r>
              <a:rPr lang="en-US" b="1" dirty="0"/>
              <a:t> </a:t>
            </a:r>
            <a:r>
              <a:rPr lang="en-US" b="1" dirty="0" err="1"/>
              <a:t>tersebut</a:t>
            </a:r>
            <a:r>
              <a:rPr lang="en-US" b="1" dirty="0"/>
              <a:t> </a:t>
            </a:r>
            <a:r>
              <a:rPr lang="en-US" b="1" dirty="0" err="1"/>
              <a:t>dijabat</a:t>
            </a:r>
            <a:r>
              <a:rPr lang="en-US" b="1" dirty="0"/>
              <a:t> </a:t>
            </a:r>
            <a:r>
              <a:rPr lang="en-US" b="1" dirty="0" err="1"/>
              <a:t>oleh</a:t>
            </a:r>
            <a:r>
              <a:rPr lang="en-US" b="1" dirty="0"/>
              <a:t> Ir. </a:t>
            </a:r>
            <a:r>
              <a:rPr lang="en-US" b="1" dirty="0" err="1"/>
              <a:t>Mulyaningrum</a:t>
            </a:r>
            <a:r>
              <a:rPr lang="en-US" b="1" dirty="0"/>
              <a:t> </a:t>
            </a:r>
            <a:r>
              <a:rPr lang="en-US" b="1" dirty="0" err="1"/>
              <a:t>sampai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tahun</a:t>
            </a:r>
            <a:r>
              <a:rPr lang="en-US" b="1" dirty="0"/>
              <a:t> 2006 </a:t>
            </a:r>
            <a:r>
              <a:rPr lang="en-US" b="1" dirty="0" err="1"/>
              <a:t>dan</a:t>
            </a:r>
            <a:r>
              <a:rPr lang="en-US" b="1" dirty="0"/>
              <a:t> </a:t>
            </a:r>
            <a:r>
              <a:rPr lang="en-US" b="1" dirty="0" err="1"/>
              <a:t>selanjutnya</a:t>
            </a:r>
            <a:r>
              <a:rPr lang="en-US" b="1" dirty="0"/>
              <a:t> </a:t>
            </a:r>
            <a:r>
              <a:rPr lang="en-US" b="1" dirty="0" err="1"/>
              <a:t>dijabat</a:t>
            </a:r>
            <a:r>
              <a:rPr lang="en-US" b="1" dirty="0"/>
              <a:t> </a:t>
            </a:r>
            <a:r>
              <a:rPr lang="en-US" b="1" dirty="0" err="1"/>
              <a:t>oleh</a:t>
            </a:r>
            <a:r>
              <a:rPr lang="en-US" b="1" dirty="0"/>
              <a:t> Ir. H. Nana </a:t>
            </a:r>
            <a:r>
              <a:rPr lang="en-US" b="1" dirty="0" err="1"/>
              <a:t>Priatna</a:t>
            </a:r>
            <a:r>
              <a:rPr lang="en-US" b="1" dirty="0"/>
              <a:t>. </a:t>
            </a:r>
            <a:endParaRPr lang="en-US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1940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9539" y="885173"/>
            <a:ext cx="7910251" cy="818367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>
                <a:latin typeface="Arial Black" panose="020B0A04020102020204" pitchFamily="34" charset="0"/>
              </a:rPr>
              <a:t>Sarana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dan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Fasilitas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Industri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815" y="2041743"/>
            <a:ext cx="8647701" cy="4475609"/>
          </a:xfrm>
        </p:spPr>
        <p:txBody>
          <a:bodyPr>
            <a:noAutofit/>
          </a:bodyPr>
          <a:lstStyle/>
          <a:p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Sarana merupakan hal yang dibutuhkan </a:t>
            </a:r>
            <a:r>
              <a:rPr lang="x-non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x-non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menunjang </a:t>
            </a:r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kegiatan yang akan dilakukan oleh sebuah </a:t>
            </a:r>
            <a:r>
              <a:rPr lang="x-non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ganis</a:t>
            </a:r>
            <a:r>
              <a:rPr lang="x-none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asi</a:t>
            </a:r>
            <a:r>
              <a:rPr lang="x-none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instansi, maupun perusahaan.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Contoh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sarana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yang di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gunakan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melaksanakan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Praktek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ruang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mushola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sebagainya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Fasilitas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Web, Media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sosial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(Facebook, Twitter,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lain 				lain),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sebagainya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 </a:t>
            </a:r>
          </a:p>
        </p:txBody>
      </p:sp>
    </p:spTree>
    <p:extLst>
      <p:ext uri="{BB962C8B-B14F-4D97-AF65-F5344CB8AC3E}">
        <p14:creationId xmlns:p14="http://schemas.microsoft.com/office/powerpoint/2010/main" val="74145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latin typeface="Arial Black" panose="020B0A04020102020204" pitchFamily="34" charset="0"/>
              </a:rPr>
              <a:t>Uraian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Tugas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Jabatan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 smtClean="0"/>
              <a:t>KEPALA DINAS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Kepala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DLH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pokok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memimpin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mengatur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merumuskan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membina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mengendalikan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mengkoordinasikan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mempertanggungjawabkan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kebijakan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pelaksanaan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urusan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pemerintahan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dibidang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Hidup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melaksanakan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pokok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Kepala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DLH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menyelenggarakan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fungsi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perumusan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kebijakan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teknis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lingkup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tugasnya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penyelenggaraan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urusan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pemerintahan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pelayanan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lingkup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tugasnya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pembinaan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pelaksanaan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lingkup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tugasnya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pelaksanaan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lain yang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diberikan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Bupati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fungsinya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397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206527"/>
            <a:ext cx="8817395" cy="59437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SEKRETARIAT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Sekretariat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dipimpin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seorang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Sekretaris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Sekretaris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pokok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memimpin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mengkoordinasikan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mengendalikan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bidang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pengelolaan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pelayanan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kesekretariatan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pengkoordinasian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penyusunan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pengelolaan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kepegawaian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pengelolaan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keuangan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Sekretaris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membawahkan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Subbagian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Penyusunan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Program;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Subbagian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Kepegawaian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Subbagian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Keuangan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SUBBAGIAN PENYUSUNAN PROGRAM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Subbagian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Penyusunan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dipimpin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seorang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Kepala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Subbagian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Kepala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Subbagian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Penyusunan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pokok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merencanakan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melaksanakan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mengevaluasi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melaporkan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pelaksanaan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pelayanan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pengkoordinasian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penyusunan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rencana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Dinas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83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89" y="313151"/>
            <a:ext cx="8722857" cy="5502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Subbagian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Kepegawaian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Subbagian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Kepegawaian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dipimpin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seorang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Kepala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Subbagian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Kepala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Subbagian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Kepegawaian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pokok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merencanakan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melaksanakan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mengevaluasi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melaporkan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pelaksanaan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pelayanan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administrasi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kerumahtanggaan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administrasi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kepegawaian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000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Subbagian</a:t>
            </a:r>
            <a:r>
              <a:rPr lang="en-US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Keuangan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Subbagian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Keuangan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dipimpin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seorang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Kepala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Subbagian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Kepala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Subbagian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Keuangan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mempunyai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pokok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merencanakan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melaksanakan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mengevaluasi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melaporkan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pelaksanaan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pengelolaan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administrasi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pertanggungjawaban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pengelolaan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keuangan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6757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833" y="651353"/>
            <a:ext cx="8993688" cy="5749447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Pengertian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UPT (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Divisi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yang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siswa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tempati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PKL)</a:t>
            </a:r>
          </a:p>
          <a:p>
            <a:pPr marL="0" indent="0" algn="ctr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Berdasarkan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Peraturan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Daerah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Kabupaten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Bandung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nomor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21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tahun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2007,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dibentuk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Laboratorium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pelaksana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teknis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(UPT)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dibawah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Pengendalian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Hidup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Kabupaten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Bandung.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Terkait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kualitas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laboratorium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berfungsi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sarana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pendukung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pengelolaan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produsen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kualitas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Pelaksana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Teknis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(UPT)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DLH,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4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empat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UPT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Pengangkutan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Sampah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UPT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Pengangkutan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Sampah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Wilayah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Soreang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wilayah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Rancabali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Ciwidey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Pasir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Jambu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Soreang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Katapang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Kutawaringin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Margahayu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Margaasih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2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UPT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Pengangkutan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Sampah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Wilayah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Ciparay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wilayah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meliputi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Ciparay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Bojongsoang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Majalaya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Paseh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Solokan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Jeruk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Pacet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Kertasari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Kecamatan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Ibun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22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728" y="143181"/>
            <a:ext cx="7916449" cy="60070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YANG DI GUNAKAN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SASIKAP </a:t>
            </a:r>
          </a:p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KABUPATEN BANDUNG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SASIKAP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singakatan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Sabilulungan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Kinerja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Pegawai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Kabupaten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Bandung.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gunakan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penilaian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kinerja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pegawai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PNS.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Hidup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Kabupaten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Bandung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saja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SASIKAP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tetapi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Instansi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lain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SASIKAP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bertujuan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pengawasan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PNS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penyusunan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kegiatan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tahunnya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nantinya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pimpinan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mengawasi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kegiatan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dilaksanakan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bawahannya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efektif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objektif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memiliki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yaitu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SASIKAP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 SASIKAP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SASIKAP EVO.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d-ID" b="1" dirty="0"/>
          </a:p>
        </p:txBody>
      </p:sp>
    </p:spTree>
    <p:extLst>
      <p:ext uri="{BB962C8B-B14F-4D97-AF65-F5344CB8AC3E}">
        <p14:creationId xmlns:p14="http://schemas.microsoft.com/office/powerpoint/2010/main" val="213044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VERSI 1.0 PETUNJUK PENGGUNAAN SABILULUNGAN SISTEM PENILAIAN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000" y="248652"/>
            <a:ext cx="4575436" cy="2720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751" y="3358782"/>
            <a:ext cx="3959934" cy="281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8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7648" y="985543"/>
            <a:ext cx="4245075" cy="302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5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i="0" dirty="0" smtClean="0">
                <a:latin typeface="Arial Black" panose="020B0A04020102020204" pitchFamily="34" charset="0"/>
              </a:rPr>
              <a:t>PERALATAN KERJA</a:t>
            </a:r>
            <a:endParaRPr lang="en-US" sz="4000" i="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Peralatan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Tanaman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Hortikultura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lain:</a:t>
            </a:r>
          </a:p>
          <a:p>
            <a:pPr marL="0" lv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/Pc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Komputer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/Pc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mencari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mengetik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mebuat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lembar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kliping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memposting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blog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maupun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social media.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606" y="3560911"/>
            <a:ext cx="3407959" cy="223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92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21" y="243389"/>
            <a:ext cx="7306849" cy="5869312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Printer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Printer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mencetak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lembar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kertas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kliping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ataupun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menyetak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surat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546" y="1867291"/>
            <a:ext cx="3218967" cy="262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3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999" y="559677"/>
            <a:ext cx="4210833" cy="5390185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KENDALA </a:t>
            </a:r>
            <a:r>
              <a:rPr lang="en-US" sz="4000" dirty="0" err="1" smtClean="0">
                <a:latin typeface="Arial Black" panose="020B0A04020102020204" pitchFamily="34" charset="0"/>
                <a:cs typeface="Times New Roman" panose="02020603050405020304" pitchFamily="18" charset="0"/>
              </a:rPr>
              <a:t>KENDALA</a:t>
            </a:r>
            <a:r>
              <a:rPr lang="en-US" sz="400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 PRAKTEK KERJA LAPANGAN</a:t>
            </a:r>
            <a:endParaRPr lang="en-US" sz="40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Kendala-kendala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Praktek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Cukup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kesulitan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beradaptasi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prakerin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3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Kesulitan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berkomunikasi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pertama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kali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terjun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3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Banyaknya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dihadapi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dilapangan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mungkin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pernah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saat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menghadapi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baru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penulis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sempurna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perusahaan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3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Kurangnya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kemampuan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mengunakan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peralatan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kantor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penggunaaan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mesin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ketik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92239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 Black" panose="020B0A04020102020204" pitchFamily="34" charset="0"/>
                <a:cs typeface="Times New Roman" panose="02020603050405020304" pitchFamily="18" charset="0"/>
              </a:rPr>
              <a:t>PEMECAHAN MASALAH</a:t>
            </a:r>
            <a:endParaRPr lang="en-US" sz="40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Pemecahan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6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Mencoba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berkomunikasi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denngan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orang-orang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dikantor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6"/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Selalu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bertanya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pembimbing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industry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apabila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penulis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mengalami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kesulitan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sekiranya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penulis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belum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menyelesaikan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tersebut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sendiri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33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 Black" panose="020B0A04020102020204" pitchFamily="34" charset="0"/>
              </a:rPr>
              <a:t>KESIMPULAN DAN SARAN</a:t>
            </a:r>
            <a:endParaRPr lang="en-US" sz="40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Kesimpulan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Akhirnya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susunan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diselesaikan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nyata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bahwa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telah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melaksanakan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Praktek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PKl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Hidup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Kabupaten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Bandung.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Penulis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ucapkan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terimakasih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pihak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ikut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terlibat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terlaksananya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PKL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berakhirnya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PKL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penulis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mengambil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hikmah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serta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pengalaman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berarti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berharga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sebagai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bekal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terjun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masyarakat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pembuatan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laporan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penulis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menyimpulkan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bahwa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penggunaan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SASIKAP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berperan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keadilan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PNS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Hidup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maupun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Dinas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lainnya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207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183" y="255915"/>
            <a:ext cx="7269271" cy="5781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Saran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pelaksanaan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pengamatan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PKL,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saran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kantor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diantaranya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Kantor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menerima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siswa-siswi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SMK YADIKA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Soreang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mengikuti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Praktek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Lapangan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(PKL)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selanjutnya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Adanya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pengajaran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khusus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teori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pekerjaan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terhadap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siswa-siswi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melaksanakan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PKL.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memperhatikan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memberi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tugas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sesuai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bidang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bersangkutan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Keahlian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Sekolah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Peralatan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bahan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praktek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Lab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Lebih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perlengkap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Memperketat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disaat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sedang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paraktek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diusahakan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dibimbing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langsung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oleh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guru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produktifnya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banyak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membuang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waktu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jamkos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dikelas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02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 Black" panose="020B0A04020102020204" pitchFamily="34" charset="0"/>
              </a:rPr>
              <a:t>DAFTAR PUSTAKA</a:t>
            </a:r>
            <a:endParaRPr lang="en-US" sz="40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00" b="1" u="sng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  <a:hlinkClick r:id="rId2"/>
              </a:rPr>
              <a:t>DAFTAR PUSTAKA</a:t>
            </a:r>
          </a:p>
          <a:p>
            <a:pPr marL="0" indent="0" algn="ctr">
              <a:buNone/>
            </a:pPr>
            <a:endParaRPr lang="en-US" sz="1600" b="1" u="sng" dirty="0" smtClean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  <a:hlinkClick r:id="rId2"/>
            </a:endParaRPr>
          </a:p>
          <a:p>
            <a:r>
              <a:rPr lang="en-US" sz="1600" u="sng" dirty="0" smtClean="0">
                <a:hlinkClick r:id="rId2"/>
              </a:rPr>
              <a:t>https</a:t>
            </a:r>
            <a:r>
              <a:rPr lang="en-US" sz="1600" u="sng" dirty="0">
                <a:hlinkClick r:id="rId2"/>
              </a:rPr>
              <a:t>://www.bandungkab.go.id/arsip/profil-dinas-lingkungan-hidup</a:t>
            </a:r>
            <a:endParaRPr lang="en-US" sz="1600" dirty="0"/>
          </a:p>
          <a:p>
            <a:r>
              <a:rPr lang="en-US" sz="1600" u="sng" dirty="0">
                <a:hlinkClick r:id="rId3"/>
              </a:rPr>
              <a:t>https://www.bandungkab.go.id/uploads/20180724084733-struktur-organisasi-dlh.pdf</a:t>
            </a:r>
            <a:endParaRPr lang="en-US" sz="1600" dirty="0"/>
          </a:p>
          <a:p>
            <a:r>
              <a:rPr lang="en-US" sz="1600" u="sng" dirty="0">
                <a:hlinkClick r:id="rId4"/>
              </a:rPr>
              <a:t>https://www.bandungkab.go.id/uploads/20180724082023-visi-misi.pdf</a:t>
            </a:r>
            <a:endParaRPr lang="en-US" sz="1600" dirty="0"/>
          </a:p>
          <a:p>
            <a:r>
              <a:rPr lang="en-US" sz="1600" u="sng" dirty="0">
                <a:hlinkClick r:id="rId5"/>
              </a:rPr>
              <a:t>https://www.bandungkab.go.id/uploads/20180724085917-tupoksi-dlh.pdf</a:t>
            </a:r>
            <a:endParaRPr lang="en-US" sz="1600" dirty="0"/>
          </a:p>
          <a:p>
            <a:r>
              <a:rPr lang="en-US" sz="1600" u="sng" dirty="0">
                <a:hlinkClick r:id="rId6"/>
              </a:rPr>
              <a:t>http://dlh.bandungkab.go.id/upt</a:t>
            </a:r>
            <a:endParaRPr lang="en-US" sz="1600" dirty="0"/>
          </a:p>
          <a:p>
            <a:r>
              <a:rPr lang="en-US" sz="1600" u="sng" dirty="0">
                <a:hlinkClick r:id="rId7"/>
              </a:rPr>
              <a:t>https://</a:t>
            </a:r>
            <a:r>
              <a:rPr lang="en-US" sz="1600" u="sng" dirty="0" smtClean="0">
                <a:hlinkClick r:id="rId7"/>
              </a:rPr>
              <a:t>www.tokopedia.com/gudangkantor/brother-m2000tr-mesin-ketiktik-manual-13-inc-japan-made-product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06260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348</TotalTime>
  <Words>731</Words>
  <Application>Microsoft Office PowerPoint</Application>
  <PresentationFormat>Widescreen</PresentationFormat>
  <Paragraphs>94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Black</vt:lpstr>
      <vt:lpstr>Calibri</vt:lpstr>
      <vt:lpstr>Century Gothic</vt:lpstr>
      <vt:lpstr>Times New Roman</vt:lpstr>
      <vt:lpstr>Wingdings 3</vt:lpstr>
      <vt:lpstr>Wisp</vt:lpstr>
      <vt:lpstr>Latar Belakang Praktek Kerja Lapangan</vt:lpstr>
      <vt:lpstr>Profil Industri</vt:lpstr>
      <vt:lpstr>Sejarah Singkat Berdirinya Industri</vt:lpstr>
      <vt:lpstr>Sarana dan Fasilitas Industri</vt:lpstr>
      <vt:lpstr>Uraian Tugas Jabatan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PERALATAN KERJA</vt:lpstr>
      <vt:lpstr>PowerPoint Presentation</vt:lpstr>
      <vt:lpstr>KENDALA KENDALA PRAKTEK KERJA LAPANGAN</vt:lpstr>
      <vt:lpstr>PEMECAHAN MASALAH</vt:lpstr>
      <vt:lpstr>KESIMPULAN DAN SARAN</vt:lpstr>
      <vt:lpstr>PowerPoint Presentation</vt:lpstr>
      <vt:lpstr>DAFTAR PUSTAKA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HASIL PRAKTEK KERJA LAPANGAN DI DINAS LINGKUNGAN HIDUP KABUPATEN BANDUNG</dc:title>
  <dc:creator>Maghfi</dc:creator>
  <cp:lastModifiedBy>Ilham</cp:lastModifiedBy>
  <cp:revision>35</cp:revision>
  <dcterms:created xsi:type="dcterms:W3CDTF">2020-05-08T10:27:31Z</dcterms:created>
  <dcterms:modified xsi:type="dcterms:W3CDTF">2022-04-12T13:26:55Z</dcterms:modified>
</cp:coreProperties>
</file>