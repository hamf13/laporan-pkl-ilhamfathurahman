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3" r:id="rId17"/>
    <p:sldId id="263" r:id="rId18"/>
    <p:sldId id="265" r:id="rId19"/>
    <p:sldId id="26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agahoster.co.id/blog/apa-itu-landing-page/?amp" TargetMode="External"/><Relationship Id="rId7" Type="http://schemas.openxmlformats.org/officeDocument/2006/relationships/hyperlink" Target="https://www.niagahoster.co.id/blog/pengertian-css/" TargetMode="External"/><Relationship Id="rId2" Type="http://schemas.openxmlformats.org/officeDocument/2006/relationships/hyperlink" Target="https://drive.google.com/file/d/1QxIKyRJgUJOcUuXv4U-0j4_084-vpthB/view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hostinger.co.id/tutorial/apa-itu-html" TargetMode="External"/><Relationship Id="rId5" Type="http://schemas.openxmlformats.org/officeDocument/2006/relationships/hyperlink" Target="https://virtualofficemurah.com/apa-itu-website-dan-manfaatnya/" TargetMode="External"/><Relationship Id="rId4" Type="http://schemas.openxmlformats.org/officeDocument/2006/relationships/hyperlink" Target="https://accurate.id/marketing-manajemen/promosi-adalah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LAPORAN PELAKSANAAN PRAKTIK KERJA LAPANGAN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MEMBANGUN WEBSITE TOKO KUE KERING MBA ATI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Susun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Ilham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Fathurahman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(202110278)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047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Profil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x-non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Nama perusahaan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x-non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Nusantech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PT.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Solusi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Nusantara</a:t>
            </a:r>
          </a:p>
          <a:p>
            <a:pPr algn="just"/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Ketua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Unit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Nicolas Novian Ruslim, S.T.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x-non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Alamat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Ruko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Aldiron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Hero Bhakti JL.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Mogot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Blok D No.8A, RT. 006, RW. 005,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Jeruk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Kota Jakarta Barat, DKI Jakarta. 11510</a:t>
            </a:r>
          </a:p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Telepon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	</a:t>
            </a:r>
            <a:r>
              <a:rPr lang="x-non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081214136860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596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Belakang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Praktek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/>
              <a:t>Praktik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lapangan</a:t>
            </a:r>
            <a:r>
              <a:rPr lang="en-US" dirty="0"/>
              <a:t> yang </a:t>
            </a:r>
            <a:r>
              <a:rPr lang="en-US" dirty="0" err="1"/>
              <a:t>dilaksanakan</a:t>
            </a:r>
            <a:r>
              <a:rPr lang="en-US" dirty="0"/>
              <a:t> di </a:t>
            </a:r>
            <a:r>
              <a:rPr lang="en-US" dirty="0" err="1"/>
              <a:t>smk</a:t>
            </a:r>
            <a:r>
              <a:rPr lang="en-US" dirty="0"/>
              <a:t> </a:t>
            </a:r>
            <a:r>
              <a:rPr lang="en-US" dirty="0" err="1"/>
              <a:t>yadika</a:t>
            </a:r>
            <a:r>
              <a:rPr lang="en-US" dirty="0"/>
              <a:t> </a:t>
            </a:r>
            <a:r>
              <a:rPr lang="en-US" dirty="0" err="1"/>
              <a:t>soreang</a:t>
            </a:r>
            <a:r>
              <a:rPr lang="en-US" dirty="0"/>
              <a:t> </a:t>
            </a:r>
            <a:r>
              <a:rPr lang="en-US" dirty="0" err="1"/>
              <a:t>terkhusus</a:t>
            </a:r>
            <a:r>
              <a:rPr lang="en-US" dirty="0"/>
              <a:t> </a:t>
            </a:r>
            <a:r>
              <a:rPr lang="en-US" dirty="0" err="1"/>
              <a:t>jurusan</a:t>
            </a:r>
            <a:r>
              <a:rPr lang="en-US" dirty="0"/>
              <a:t> </a:t>
            </a:r>
            <a:r>
              <a:rPr lang="en-US" dirty="0" err="1"/>
              <a:t>rpl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praktik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lapangan</a:t>
            </a:r>
            <a:r>
              <a:rPr lang="en-US" dirty="0"/>
              <a:t> yang </a:t>
            </a:r>
            <a:r>
              <a:rPr lang="en-US" dirty="0" err="1"/>
              <a:t>berkolaborasi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program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industri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praktik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lapangan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pengajaran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pengarahan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website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html, </a:t>
            </a:r>
            <a:r>
              <a:rPr lang="en-US" dirty="0" err="1"/>
              <a:t>css</a:t>
            </a:r>
            <a:r>
              <a:rPr lang="en-US" dirty="0"/>
              <a:t>, </a:t>
            </a:r>
            <a:r>
              <a:rPr lang="en-US" dirty="0" err="1"/>
              <a:t>js</a:t>
            </a:r>
            <a:r>
              <a:rPr lang="en-US" dirty="0"/>
              <a:t>, </a:t>
            </a:r>
            <a:r>
              <a:rPr lang="en-US" dirty="0" err="1"/>
              <a:t>reactjs</a:t>
            </a:r>
            <a:r>
              <a:rPr lang="en-US" dirty="0"/>
              <a:t>, </a:t>
            </a:r>
            <a:r>
              <a:rPr lang="en-US" dirty="0" err="1"/>
              <a:t>nodejs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git</a:t>
            </a:r>
            <a:r>
              <a:rPr lang="en-US" dirty="0"/>
              <a:t> .</a:t>
            </a:r>
          </a:p>
          <a:p>
            <a:pPr marL="0" indent="0" algn="just">
              <a:buNone/>
            </a:pP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/>
              <a:t>melatih</a:t>
            </a:r>
            <a:r>
              <a:rPr lang="en-US" dirty="0"/>
              <a:t> </a:t>
            </a:r>
            <a:r>
              <a:rPr lang="en-US" dirty="0" err="1"/>
              <a:t>kemahiran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website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mengaplikasikan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yang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pelajari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pkl</a:t>
            </a:r>
            <a:r>
              <a:rPr lang="en-US" dirty="0"/>
              <a:t>,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website </a:t>
            </a:r>
            <a:r>
              <a:rPr lang="en-US" dirty="0" err="1"/>
              <a:t>promosi</a:t>
            </a:r>
            <a:r>
              <a:rPr lang="en-US" dirty="0"/>
              <a:t> 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dirty="0" err="1"/>
              <a:t>toko</a:t>
            </a:r>
            <a:r>
              <a:rPr lang="en-US" dirty="0"/>
              <a:t> </a:t>
            </a:r>
            <a:r>
              <a:rPr lang="en-US" dirty="0" err="1"/>
              <a:t>kue</a:t>
            </a:r>
            <a:r>
              <a:rPr lang="en-US" dirty="0"/>
              <a:t> </a:t>
            </a:r>
            <a:r>
              <a:rPr lang="en-US" dirty="0" err="1"/>
              <a:t>kering</a:t>
            </a:r>
            <a:r>
              <a:rPr lang="en-US" dirty="0"/>
              <a:t> </a:t>
            </a:r>
            <a:r>
              <a:rPr lang="en-US" dirty="0" err="1"/>
              <a:t>mba</a:t>
            </a:r>
            <a:r>
              <a:rPr lang="en-US" dirty="0"/>
              <a:t> </a:t>
            </a:r>
            <a:r>
              <a:rPr lang="en-US" dirty="0" err="1"/>
              <a:t>ati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 orang </a:t>
            </a:r>
            <a:r>
              <a:rPr lang="en-US" dirty="0" err="1"/>
              <a:t>tua</a:t>
            </a:r>
            <a:r>
              <a:rPr lang="en-US" dirty="0"/>
              <a:t> </a:t>
            </a:r>
            <a:r>
              <a:rPr lang="en-US" dirty="0" err="1" smtClean="0"/>
              <a:t>saya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690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PKL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memperkenalkan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Usaha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Menambah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pengetahuan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siswa-siswi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masing-masing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bidangnya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Membentuk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motivasi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siswa-siswi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jiwa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pekerja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profesional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bekal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gambaran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mengenai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kegiatan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pekerjaan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bekerja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nantinya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mengaplikasian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tambahan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pendidikan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wawasan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siswa-siswi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tentang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diketahui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dipelajari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452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Tempat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Jadwal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enis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Kegiatan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Tempat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Kegiatan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Praktik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dilaksnakan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Menangah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Kejuruan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(SMK)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Yadika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Soreang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yang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beralamat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Jl.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Bojong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Koneng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No. 48,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No.RT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04/05,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Cingcin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Soreang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Bandung,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Jawa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Barat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40921.</a:t>
            </a:r>
          </a:p>
          <a:p>
            <a:pPr marL="0" indent="0" algn="just">
              <a:buNone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Jadwal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Kegiatan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Penulis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melaksanakan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Praktik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mulai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tanggal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januari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2022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sampai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25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maret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2022 di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Nusantech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Jenis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Kegiatan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Mempelajari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bahasa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pemograman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mengerjakan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promosi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285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Sejarah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Singkat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Berdirinya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Nusantech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berdiri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februari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2015 di Bandung.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pindah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Jakarta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2017.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diputuskan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bekerja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remote.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Hingga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Nusantech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menangani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pemerintahan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BUMN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swasta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Astra,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Pertamina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Kementerian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PUPR,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Kemenhub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Shell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Berdiri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sejak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2015,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bersama-sama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nusantech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membangun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semangat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ketekunan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Nusantara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Nusantech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fokus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Nusantech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mencoba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Kepulauan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Indonesia (Nusantara).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Nusantech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berkomitmen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Manusia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bidang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nasional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menciptakan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246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Sarana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Fasilitas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Fasilitas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mattermost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berkomunikasi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pihak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belajar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751" y="3061771"/>
            <a:ext cx="3078051" cy="30780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912" y="3448137"/>
            <a:ext cx="2315781" cy="231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55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Materi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Dipelajari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Hypertext Markup Language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bahasa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markup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web.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kepanjangaan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Cascading Style Sheets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berguna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menyederhanakan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pembuatan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mengatur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tertulis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bahasa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markup.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bahasa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38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Dipelajari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buatan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Ryan Dahl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menjalankan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JavaScript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dikenalkan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2009.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menjalankan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JavaScript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 JS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JS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JavaScript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membangun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146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013" y="1598612"/>
            <a:ext cx="5525550" cy="2570119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Halaman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yang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button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Navigasi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menuju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halaman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pages yang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tuju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391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About Page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pages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halaman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di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menjelaskan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mendeskripsikan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menjual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013" y="1598613"/>
            <a:ext cx="5181600" cy="2408349"/>
          </a:xfrm>
        </p:spPr>
      </p:pic>
    </p:spTree>
    <p:extLst>
      <p:ext uri="{BB962C8B-B14F-4D97-AF65-F5344CB8AC3E}">
        <p14:creationId xmlns:p14="http://schemas.microsoft.com/office/powerpoint/2010/main" val="395969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Page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pages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halaman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barang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jasa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sedang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promosikan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web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013" y="1598613"/>
            <a:ext cx="5181600" cy="2410136"/>
          </a:xfrm>
        </p:spPr>
      </p:pic>
    </p:spTree>
    <p:extLst>
      <p:ext uri="{BB962C8B-B14F-4D97-AF65-F5344CB8AC3E}">
        <p14:creationId xmlns:p14="http://schemas.microsoft.com/office/powerpoint/2010/main" val="456264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Page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halaman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ulasan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menilai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dijual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013" y="1598613"/>
            <a:ext cx="5181600" cy="2403005"/>
          </a:xfrm>
        </p:spPr>
      </p:pic>
    </p:spTree>
    <p:extLst>
      <p:ext uri="{BB962C8B-B14F-4D97-AF65-F5344CB8AC3E}">
        <p14:creationId xmlns:p14="http://schemas.microsoft.com/office/powerpoint/2010/main" val="3723326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Contact Page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Kerjasama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halaman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dimana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bekerjasama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menghubungi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lewat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013" y="1598613"/>
            <a:ext cx="5181600" cy="2410136"/>
          </a:xfrm>
        </p:spPr>
      </p:pic>
    </p:spTree>
    <p:extLst>
      <p:ext uri="{BB962C8B-B14F-4D97-AF65-F5344CB8AC3E}">
        <p14:creationId xmlns:p14="http://schemas.microsoft.com/office/powerpoint/2010/main" val="1984846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Kendala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 Perusahaan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Kendala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Kendala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berinteraksi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kuota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habisnya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kuota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anyak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laptop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pengerjaan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53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Pemecahan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memadai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meminta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mengikuti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membantu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tertinggal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materi.Sekolah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menyediakan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dipakai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pengerjaan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184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Dan Saran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PRAKERIN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PT.Nusantech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mendapatkan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manfaat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pengalaman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pengetahuan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terkait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Dari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kegiatan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mempelajari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Bahasa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mengerjakan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promosi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syarat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kelulusan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171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Saran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Saran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Saran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sampaikan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kuota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mampu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diberikan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Adapun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pengalaman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kunjungan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pemogramann,karena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skill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disarankan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 cam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terkontrol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 cam.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22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Daftar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Pustaka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drive.google.com/file/d/1QxIKyRJgUJOcUuXv4U-0j4_084-vpthB/view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://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www.niagahoster.co.id/blog/apa-itu-landing-page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/?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amp</a:t>
            </a:r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https://accurate.id/marketing-manajemen/promosi-adalah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/</a:t>
            </a:r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https://virtualofficemurah.com/apa-itu-website-dan-manfaatnya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/</a:t>
            </a:r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www.hostinger.co.id/tutorial/apa-itu-html</a:t>
            </a:r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https://www.niagahoster.co.id/blog/pengertian-css/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609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131</TotalTime>
  <Words>549</Words>
  <Application>Microsoft Office PowerPoint</Application>
  <PresentationFormat>Widescreen</PresentationFormat>
  <Paragraphs>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Century Gothic</vt:lpstr>
      <vt:lpstr>Times New Roman</vt:lpstr>
      <vt:lpstr>Wingdings 3</vt:lpstr>
      <vt:lpstr>Wisp</vt:lpstr>
      <vt:lpstr>LAPORAN PELAKSANAAN PRAKTIK KERJA LAPANGAN MEMBANGUN WEBSITE TOKO KUE KERING MBA ATI </vt:lpstr>
      <vt:lpstr>Profil Industri</vt:lpstr>
      <vt:lpstr>Latar Belakang Praktek Kerja Lapangan</vt:lpstr>
      <vt:lpstr>Tujuan PKL</vt:lpstr>
      <vt:lpstr>Tempat, Jadwal dan Jenis Kegiatan</vt:lpstr>
      <vt:lpstr>Sejarah Singkat Berdirinya Industri</vt:lpstr>
      <vt:lpstr>Sarana dan Fasilitas Industri</vt:lpstr>
      <vt:lpstr>Materi Yang Dipelajari</vt:lpstr>
      <vt:lpstr>Materi Yang Dipelajari</vt:lpstr>
      <vt:lpstr>Home Page</vt:lpstr>
      <vt:lpstr>About Page</vt:lpstr>
      <vt:lpstr>Product Page</vt:lpstr>
      <vt:lpstr>Review Page</vt:lpstr>
      <vt:lpstr>Contact Page</vt:lpstr>
      <vt:lpstr>Kendala Di Perusahaan</vt:lpstr>
      <vt:lpstr>Pemecahan Masalah</vt:lpstr>
      <vt:lpstr>Kesimpulan Dan Saran</vt:lpstr>
      <vt:lpstr>Kesimpulan Dan Saran</vt:lpstr>
      <vt:lpstr>Daftar Pustaka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Ilham</dc:creator>
  <cp:lastModifiedBy>Ilham</cp:lastModifiedBy>
  <cp:revision>41</cp:revision>
  <dcterms:created xsi:type="dcterms:W3CDTF">2022-04-12T13:05:21Z</dcterms:created>
  <dcterms:modified xsi:type="dcterms:W3CDTF">2022-04-12T15:16:29Z</dcterms:modified>
</cp:coreProperties>
</file>